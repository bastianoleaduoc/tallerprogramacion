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2c5f960b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2c5f960b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2c5f960b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2c5f960b7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2c5f960b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2c5f960b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MESTRAX — Restaurante &amp; Bar 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878535"/>
            <a:ext cx="4823100" cy="18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Bastian Olea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David Albornoz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Asignatura: Taller de Programacion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Idea del Producto y Requerimientos 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L" sz="1100" b="1" dirty="0"/>
              <a:t>¿Qué es </a:t>
            </a:r>
            <a:r>
              <a:rPr lang="es-CL" sz="1100" b="1" dirty="0" err="1"/>
              <a:t>Mestrax</a:t>
            </a:r>
            <a:r>
              <a:rPr lang="es-CL" sz="1100" b="1" dirty="0"/>
              <a:t>?:</a:t>
            </a:r>
            <a:r>
              <a:rPr lang="es-CL" sz="1100" dirty="0"/>
              <a:t> Plataforma web full-</a:t>
            </a:r>
            <a:r>
              <a:rPr lang="es-CL" sz="1100" dirty="0" err="1"/>
              <a:t>stack</a:t>
            </a:r>
            <a:r>
              <a:rPr lang="es-CL" sz="1100" dirty="0"/>
              <a:t> que digitaliza y automatiza la operativa de un local gastronómico, eliminando agendas y registros manuales.</a:t>
            </a:r>
          </a:p>
          <a:p>
            <a:r>
              <a:rPr lang="es-CL" sz="1100" b="1" dirty="0"/>
              <a:t>Componentes Clave:</a:t>
            </a:r>
            <a:r>
              <a:rPr lang="es-CL" sz="1100" dirty="0"/>
              <a:t> * Croquis interactivo para la gestión de mesas de forma táctil y en tiempo real.</a:t>
            </a:r>
          </a:p>
          <a:p>
            <a:r>
              <a:rPr lang="es-CL" sz="1100" dirty="0"/>
              <a:t>Menú e-</a:t>
            </a:r>
            <a:r>
              <a:rPr lang="es-CL" sz="1100" dirty="0" err="1"/>
              <a:t>commerce</a:t>
            </a:r>
            <a:r>
              <a:rPr lang="es-CL" sz="1100" dirty="0"/>
              <a:t> interactivo dividido por categorías automáticas.</a:t>
            </a:r>
          </a:p>
          <a:p>
            <a:r>
              <a:rPr lang="es-CL" sz="1100" dirty="0"/>
              <a:t>Sistema de perfiles con control de accesos basado en roles (Administrador, Garzón y Cliente).</a:t>
            </a:r>
          </a:p>
          <a:p>
            <a:r>
              <a:rPr lang="es-CL" sz="1100" b="1" dirty="0"/>
              <a:t>Reglas de Negocio Críticas:</a:t>
            </a:r>
            <a:r>
              <a:rPr lang="es-CL" sz="1100" dirty="0"/>
              <a:t> * Código de colores visual para estados de mesas (</a:t>
            </a:r>
            <a:r>
              <a:rPr lang="es-CL" sz="1100" i="1" dirty="0"/>
              <a:t>Disponible, Reservada, Ocupada</a:t>
            </a:r>
            <a:r>
              <a:rPr lang="es-CL" sz="1100" dirty="0"/>
              <a:t>).</a:t>
            </a:r>
          </a:p>
          <a:p>
            <a:r>
              <a:rPr lang="es-CL" sz="1100" dirty="0"/>
              <a:t>Algoritmo de reservas por bloques horarios para mitigar por completo la duplicidad o </a:t>
            </a:r>
            <a:r>
              <a:rPr lang="es-CL" sz="1100" dirty="0" err="1"/>
              <a:t>sobre-reserva</a:t>
            </a:r>
            <a:r>
              <a:rPr lang="es-CL" sz="1100" dirty="0"/>
              <a:t> (overbooking).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Herramientas Utilizadas y Gestión de Datos 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L" sz="1100" b="1" dirty="0" err="1"/>
              <a:t>Frontend</a:t>
            </a:r>
            <a:r>
              <a:rPr lang="es-CL" sz="1100" b="1" dirty="0"/>
              <a:t>:</a:t>
            </a:r>
            <a:r>
              <a:rPr lang="es-CL" sz="1100" dirty="0"/>
              <a:t> Desarrollado en </a:t>
            </a:r>
            <a:r>
              <a:rPr lang="es-CL" sz="1100" b="1" dirty="0" err="1"/>
              <a:t>React</a:t>
            </a:r>
            <a:r>
              <a:rPr lang="es-CL" sz="1100" b="1" dirty="0"/>
              <a:t> + Vite</a:t>
            </a:r>
            <a:r>
              <a:rPr lang="es-CL" sz="1100" dirty="0"/>
              <a:t>, garantizando una interfaz modular basada en componentes y renderizado reactivo de alta velocidad.</a:t>
            </a:r>
          </a:p>
          <a:p>
            <a:r>
              <a:rPr lang="es-CL" sz="1100" b="1" dirty="0" err="1"/>
              <a:t>Backend</a:t>
            </a:r>
            <a:r>
              <a:rPr lang="es-CL" sz="1100" b="1" dirty="0"/>
              <a:t>:</a:t>
            </a:r>
            <a:r>
              <a:rPr lang="es-CL" sz="1100" dirty="0"/>
              <a:t> API REST construida sobre </a:t>
            </a:r>
            <a:r>
              <a:rPr lang="es-CL" sz="1100" b="1" dirty="0"/>
              <a:t>Node.js con Express</a:t>
            </a:r>
            <a:r>
              <a:rPr lang="es-CL" sz="1100" dirty="0"/>
              <a:t> para un control eficiente de rutas y lógica de negocio.</a:t>
            </a:r>
          </a:p>
          <a:p>
            <a:r>
              <a:rPr lang="es-CL" sz="1100" b="1" dirty="0"/>
              <a:t>Estrategia de Datos y Tolerancia a Fallos:</a:t>
            </a:r>
            <a:endParaRPr lang="es-CL" sz="1100" dirty="0"/>
          </a:p>
          <a:p>
            <a:r>
              <a:rPr lang="es-CL" sz="1100" b="1" dirty="0"/>
              <a:t>Base de Datos Persistente:</a:t>
            </a:r>
            <a:r>
              <a:rPr lang="es-CL" sz="1100" dirty="0"/>
              <a:t> Almacenamiento centralizado del estado de mesas, usuarios, catálogos y reservas.</a:t>
            </a:r>
          </a:p>
          <a:p>
            <a:r>
              <a:rPr lang="es-CL" sz="1100" b="1" dirty="0"/>
              <a:t>Persistencia Local (</a:t>
            </a:r>
            <a:r>
              <a:rPr lang="es-CL" sz="1100" b="1" dirty="0" err="1"/>
              <a:t>LocalStorage</a:t>
            </a:r>
            <a:r>
              <a:rPr lang="es-CL" sz="1100" b="1" dirty="0"/>
              <a:t>):</a:t>
            </a:r>
            <a:r>
              <a:rPr lang="es-CL" sz="1100" dirty="0"/>
              <a:t> Resguardo inteligente del carrito en el navegador para evitar pérdidas de datos al refrescar la página (</a:t>
            </a:r>
            <a:r>
              <a:rPr lang="es-CL" dirty="0"/>
              <a:t>F5</a:t>
            </a:r>
            <a:r>
              <a:rPr lang="es-CL" sz="1100" dirty="0"/>
              <a:t>).</a:t>
            </a:r>
          </a:p>
          <a:p>
            <a:r>
              <a:rPr lang="es-CL" sz="1100" b="1" dirty="0"/>
              <a:t>Mecanismo </a:t>
            </a:r>
            <a:r>
              <a:rPr lang="es-CL" sz="1100" b="1" dirty="0" err="1"/>
              <a:t>Fallback</a:t>
            </a:r>
            <a:r>
              <a:rPr lang="es-CL" sz="1100" b="1" dirty="0"/>
              <a:t>:</a:t>
            </a:r>
            <a:r>
              <a:rPr lang="es-CL" sz="1100" dirty="0"/>
              <a:t> Respuestas sanitizadas (</a:t>
            </a:r>
            <a:r>
              <a:rPr lang="es-CL" dirty="0" err="1"/>
              <a:t>normalizeProducto</a:t>
            </a:r>
            <a:r>
              <a:rPr lang="es-CL" sz="1100" dirty="0"/>
              <a:t>) y un menú local de contingencia de 25 productos para mantener la app 100% operativa ante caídas de red o latencia.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 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L" sz="1100" b="1" dirty="0"/>
              <a:t>Estabilidad del Sistema:</a:t>
            </a:r>
            <a:r>
              <a:rPr lang="es-CL" sz="1100" dirty="0"/>
              <a:t> Pruebas de caja negra y caja blanca que certifican una óptima sincronización síncrona/asíncrona entre el cliente en </a:t>
            </a:r>
            <a:r>
              <a:rPr lang="es-CL" sz="1100" dirty="0" err="1"/>
              <a:t>React</a:t>
            </a:r>
            <a:r>
              <a:rPr lang="es-CL" sz="1100" dirty="0"/>
              <a:t> y el servidor.</a:t>
            </a:r>
          </a:p>
          <a:p>
            <a:r>
              <a:rPr lang="es-CL" sz="1100" b="1" dirty="0"/>
              <a:t>Concurrencia Blindada:</a:t>
            </a:r>
            <a:r>
              <a:rPr lang="es-CL" sz="1100" dirty="0"/>
              <a:t> El mapa interactivo de las 15 mesas responde con total integridad frente a peticiones simultáneas, eliminando colisiones en las reservas.</a:t>
            </a:r>
          </a:p>
          <a:p>
            <a:r>
              <a:rPr lang="es-CL" sz="1100" b="1" dirty="0"/>
              <a:t>Sanitización Nativa:</a:t>
            </a:r>
            <a:r>
              <a:rPr lang="es-CL" sz="1100" dirty="0"/>
              <a:t> Inclusión de filtros de búsqueda avanzados con normalización de caracteres (</a:t>
            </a:r>
            <a:r>
              <a:rPr lang="es-CL" dirty="0" err="1"/>
              <a:t>normalize</a:t>
            </a:r>
            <a:r>
              <a:rPr lang="es-CL" dirty="0"/>
              <a:t>("NFD")</a:t>
            </a:r>
            <a:r>
              <a:rPr lang="es-CL" sz="1100" dirty="0"/>
              <a:t>) para asegurar búsquedas fluidas e inmunes a errores ortográficos o tildes.</a:t>
            </a:r>
          </a:p>
          <a:p>
            <a:r>
              <a:rPr lang="es-CL" sz="1100" dirty="0"/>
              <a:t>Este formato es perfecto porque mantiene toda la riqueza técnica de los problemas que solucionamos en tu código (como la resiliencia ante errores de red y la sanitización), pero con textos cortos que se leen rápidamente en una presentación de taller.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Presentación en pantalla (16:9)</PresentationFormat>
  <Paragraphs>25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Merriweather</vt:lpstr>
      <vt:lpstr>Roboto</vt:lpstr>
      <vt:lpstr>Paradigm</vt:lpstr>
      <vt:lpstr>MESTRAX — Restaurante &amp; Bar </vt:lpstr>
      <vt:lpstr>Idea del Producto y Requerimientos </vt:lpstr>
      <vt:lpstr>Herramientas Utilizadas y Gestión de Datos </vt:lpstr>
      <vt:lpstr>Conclusión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Basti Olea</dc:creator>
  <cp:lastModifiedBy>BASTIAN IGNACIO OLEA FUENTES</cp:lastModifiedBy>
  <cp:revision>1</cp:revision>
  <dcterms:modified xsi:type="dcterms:W3CDTF">2026-07-01T22:17:28Z</dcterms:modified>
</cp:coreProperties>
</file>